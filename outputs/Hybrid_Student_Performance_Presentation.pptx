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Student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Data analysis, risk patterns, and a simple application demo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6656" y="2331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Dataset: 1,200 student responses with academic, wellness, habits, and career-readiness variables.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1645920" cy="82296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1,200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students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3886200"/>
            <a:ext cx="1645920" cy="82296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36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variables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34840" y="3886200"/>
            <a:ext cx="1645920" cy="82296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risk levels</a:t>
            </a:r>
            <a:endParaRPr lang="en-US" sz="2800" dirty="0"/>
          </a:p>
        </p:txBody>
      </p:sp>
      <p:pic>
        <p:nvPicPr>
          <p:cNvPr id="10" name="Image 0" descr="/mnt/data/hybrid_assets/risk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4800600" cy="3337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806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Presented by: Person 1 - Person 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 and Team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1872" y="1216152"/>
            <a:ext cx="2029968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Project motivation + dataset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96512" y="1216152"/>
            <a:ext cx="2029968" cy="114300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Cleaning + analysis approach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31152" y="1216152"/>
            <a:ext cx="2029968" cy="114300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Risk overview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3544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65792" y="1216152"/>
            <a:ext cx="2029968" cy="114300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Academic and study patterns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3364992"/>
            <a:ext cx="2029968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Attendance, consistency, and wellness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96512" y="3364992"/>
            <a:ext cx="2029968" cy="114300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Distractions + career readiness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31152" y="3364992"/>
            <a:ext cx="2029968" cy="114300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Application demo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65792" y="3364992"/>
            <a:ext cx="2029968" cy="114300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Findings + recommendations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Presenter: Person 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Golden standard used: one key message per slide, readable charts, clear labels, and a demo that connects analysis to an application output.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Snapshot: What We Measured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1828800" cy="82296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1,200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student records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88920" y="1143000"/>
            <a:ext cx="1554480" cy="82296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36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columns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617720" y="1143000"/>
            <a:ext cx="1874520" cy="82296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0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duplicate student IDs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12280" y="1143000"/>
            <a:ext cx="2011680" cy="822960"/>
          </a:xfrm>
          <a:prstGeom prst="rect">
            <a:avLst/>
          </a:prstGeom>
          <a:solidFill>
            <a:srgbClr val="FFECEC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performance risk levels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Academic profile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Year/class, program stream, CGPA category, satisfaction, attendance, assignments.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27432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Study behavior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Study hours, revision frequency, focus duration, consistency, tasks on time.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Wellness and barriers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Sleep, energy, stress, routine, distractions, internal barriers, external pressure.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55480" y="2743200"/>
            <a:ext cx="1920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Career readiness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Career interest, online courses, projects/internships, programming foundation, events.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16636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Goal: identify patterns that explain why some students fall into high, moderate, or low performance-risk groups.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and Analysis Approach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43000"/>
            <a:ext cx="52578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43000"/>
            <a:ext cx="2331720" cy="91440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1. Load data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Read CSV using Windows-1252 encoding and validate row/column counts.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2331720" cy="91440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2. Clean fields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Standardize categories, inspect missing values, and keep meaningful labels.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331720" cy="91440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3. Analyze patterns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 cross-tabs, percentages, group averages, and charts by risk level.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709160"/>
            <a:ext cx="2331720" cy="914400"/>
          </a:xfrm>
          <a:prstGeom prst="rect">
            <a:avLst/>
          </a:prstGeom>
          <a:solidFill>
            <a:srgbClr val="FFECEC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4. Report results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Generate charts and summarize findings for students and faculty.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29000" y="4892040"/>
            <a:ext cx="7772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Most missingness is small compared with 1,200 rows, so the analysis can still support clear directional insights.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Overview: Most Students Need Support, Not Rescue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risk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47091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417320"/>
            <a:ext cx="4892040" cy="132588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Key message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Moderate Risk is the largest segment. This means many students are not failing, but they may need consistent support before risk becomes serious.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3063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✓  Moderate Risk: 572 students (48%)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35204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✓  High Risk: 452 students (38%)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3977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✓  Low Risk: 176 students (15%)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4846320"/>
            <a:ext cx="5074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Interpretation: the project should not only focus on high-risk students. The biggest opportunity is shifting moderate-risk students toward low-risk habits.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Profile: Good Grades Do Not Remove Risk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cgpa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3949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234440"/>
            <a:ext cx="4343400" cy="141732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What stands out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Many students are in the 7.0-8.4 and 8.5-9.4 CGPA ranges, but risk still exists because performance is influenced by habits, attendance, wellness, and preparation.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92240" y="2971800"/>
            <a:ext cx="43434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Why this matters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student can have a decent CGPA and still struggle with consistency, procrastination, focus, or stress. Our analysis looks beyond grades.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92240" y="4937760"/>
            <a:ext cx="4343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Conclusion: CGPA is only one part of the story. Behavioral and wellness signals help explain risk more clearly.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Study Habits: Consistency Is the Clearest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consistency_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852160" cy="3657600"/>
          </a:xfrm>
          <a:prstGeom prst="rect">
            <a:avLst/>
          </a:prstGeom>
        </p:spPr>
      </p:pic>
      <p:pic>
        <p:nvPicPr>
          <p:cNvPr id="6" name="Image 1" descr="/mnt/data/hybrid_assets/study_hours_high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572000" cy="3154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5257800"/>
            <a:ext cx="101955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Takeaway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Students who rarely study consistently have a much higher high-risk share. More daily study time also aligns with lower high-risk share.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Attendance: The Strongest Academic Warning Signal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attendance_high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85216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325880"/>
            <a:ext cx="4023360" cy="105156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Pattern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High-risk share drops sharply as attendance improves. Students above 85% attendance have the lowest high-risk share.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03720" y="2651760"/>
            <a:ext cx="4023360" cy="105156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Actionable insight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 simple attendance alert can identify students early, before final exam or placement pressure becomes too high.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3720" y="3977640"/>
            <a:ext cx="40233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Possible support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Weekly check-ins, attendance nudges, study groups, and task trackers can help students move from irregular to consistent behavior.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Signals: High Risk Connects With Stress and Low Energy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wellness_by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594360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234440"/>
            <a:ext cx="3886200" cy="1097280"/>
          </a:xfrm>
          <a:prstGeom prst="rect">
            <a:avLst/>
          </a:prstGeom>
          <a:solidFill>
            <a:srgbClr val="FFECEC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High-risk profile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Higher stress average, lower energy average, and slightly lower productivity score.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0" y="2606040"/>
            <a:ext cx="3886200" cy="109728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Low-risk profile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Lower stress and stronger energy, suggesting that wellness and routine support academic performance.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95160" y="4343400"/>
            <a:ext cx="3840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Interpretation: performance support should include routine-building and stress-management, not only academic reminders.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Distractions: Digital Attention Is a Major Challenge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distr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589788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0" y="1325880"/>
            <a:ext cx="3794760" cy="96012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Most common distractors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Social media and video content are the top two distractors in the dataset.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606040"/>
            <a:ext cx="37947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Classroom implication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Hybrid learning requires digital devices, but the same devices can create attention leakage.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95160" y="3931920"/>
            <a:ext cx="379476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Practical response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 focused study blocks, app limits, scheduled breaks, and progress tracking instead of asking students to simply “avoid screens.”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 Readiness: Students Are Interested, but Need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career_inter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58064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234440"/>
            <a:ext cx="3977640" cy="100584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Interest is strong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AI / ML, data, cybersecurity, automation, and software roles appear as major career interests.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03720" y="2514600"/>
            <a:ext cx="3977640" cy="114300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Readiness gap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Interest alone is not enough; projects, internships, programming practice, and online learning convert interest into readiness.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3720" y="3977640"/>
            <a:ext cx="3977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Recommendation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Create a simple roadmap: foundation skills -&gt; small project -&gt; certification/course -&gt; internship or portfolio.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Python Application Walkthrough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pic>
        <p:nvPicPr>
          <p:cNvPr id="5" name="Image 0" descr="/mnt/data/hybrid_assets/demo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61722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143000"/>
            <a:ext cx="4251960" cy="182880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Demo flow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1) Run main.py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2) Load and clean the CSV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3) Produce analysis tables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4) Save charts to outputs/charts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5) Generate a text summary report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3337560"/>
            <a:ext cx="4251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What to show live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Open the project folder, run the program, show the terminal output, then open one chart and the summary report.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6600" y="4800600"/>
            <a:ext cx="4251960" cy="82296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Demo goal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Prove that the project is not only slides. It is a working Python workflow that turns raw data into usable outputs.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Findings: What the Data Suggests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100584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1. Moderate Risk is largest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Most students are not in the lowest-risk group, so prevention matters.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143000"/>
            <a:ext cx="3383280" cy="100584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2. Consistency matters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Rarely consistent students show the highest high-risk share.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1143000"/>
            <a:ext cx="3383280" cy="100584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3. Attendance is powerful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Higher attendance aligns with a strong reduction in high-risk share.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2834640"/>
            <a:ext cx="3383280" cy="1005840"/>
          </a:xfrm>
          <a:prstGeom prst="rect">
            <a:avLst/>
          </a:prstGeom>
          <a:solidFill>
            <a:srgbClr val="FFECEC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4. Wellness connects to performance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High-risk students show higher stress and lower energy.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33832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5. Career interest needs structure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Students have technology-oriented goals, but need roadmaps and project practice.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9692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Overall conclusion: a strong support strategy should combine academic tracking, habit-building, wellness support, and career-readiness guidance.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Next Steps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555480" y="3291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</a:rPr>
              <a:t>Person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201400" cy="0"/>
          </a:xfrm>
          <a:prstGeom prst="line">
            <a:avLst/>
          </a:prstGeom>
          <a:noFill/>
          <a:ln w="12700">
            <a:solidFill>
              <a:srgbClr val="D8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3291840" cy="1143000"/>
          </a:xfrm>
          <a:prstGeom prst="rect">
            <a:avLst/>
          </a:prstGeom>
          <a:solidFill>
            <a:srgbClr val="EAF3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Early warning dashboard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Track attendance, consistency, study hours, and stress indicators weekly.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4840" y="1234440"/>
            <a:ext cx="3291840" cy="1143000"/>
          </a:xfrm>
          <a:prstGeom prst="rect">
            <a:avLst/>
          </a:prstGeom>
          <a:solidFill>
            <a:srgbClr val="EAF7E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Student support plan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Offer check-ins, peer groups, habit trackers, and focused study sessions.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2440" y="1234440"/>
            <a:ext cx="3291840" cy="1143000"/>
          </a:xfrm>
          <a:prstGeom prst="rect">
            <a:avLst/>
          </a:prstGeom>
          <a:solidFill>
            <a:srgbClr val="FFF2E3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Career roadmap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Help students convert interest into projects, certifications, and internship readiness.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Demo improvement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Build a simple Streamlit or Tkinter interface so users can upload a CSV and generate visuals.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Model improvement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 better scoring, train/test validation, and explainable machine learning if the course allows.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2440" y="3017520"/>
            <a:ext cx="3291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Team reflection
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We learned how to clean data, analyze patterns, build charts, and communicate insights clearly.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0480" y="5431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Hybrid Student Performance | MSDS 5033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Student Performance</dc:title>
  <dc:subject>Hybrid Student Performance Analysis</dc:subject>
  <dc:creator>MSDS 5033 Group</dc:creator>
  <cp:lastModifiedBy>MSDS 5033 Group</cp:lastModifiedBy>
  <cp:revision>1</cp:revision>
  <dcterms:created xsi:type="dcterms:W3CDTF">2026-06-07T14:58:20Z</dcterms:created>
  <dcterms:modified xsi:type="dcterms:W3CDTF">2026-06-07T14:58:20Z</dcterms:modified>
</cp:coreProperties>
</file>